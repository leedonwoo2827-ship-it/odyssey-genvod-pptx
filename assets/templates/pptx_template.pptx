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6E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17"/>
    <p:restoredTop sz="94700"/>
  </p:normalViewPr>
  <p:slideViewPr>
    <p:cSldViewPr snapToGrid="0">
      <p:cViewPr varScale="1">
        <p:scale>
          <a:sx n="94" d="100"/>
          <a:sy n="94" d="100"/>
        </p:scale>
        <p:origin x="992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B80183-75E4-8DEF-6B17-3848DC97B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C47AB6-1913-2170-0F1C-49239C0C9F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09458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1B6FC-1793-4EFD-F60E-8CDF0A0C5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22960"/>
            <a:ext cx="10515600" cy="914400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8CC21C-85FA-BB37-6801-183FCFACB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66E59-307B-EEF2-AA2B-342532259A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2026-06-29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29519D-F048-900A-074A-C27CA4B3C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1E94C6-6EA1-5815-B625-73277AEA8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419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83397-5B91-60D0-6F4B-CD40DF15C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C9AE5A-4C9B-7715-BBF4-9CEEC7C32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038C97-40ED-76BF-A650-677AB6E065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2026-06-29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E33EDB-A077-E237-3455-15221816D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E046A8-5AA8-2DE0-3FAC-B63E99C93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5577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3EB881-7788-36EE-E4F6-4E61BF9EE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E87067-8307-0557-89CB-CF75BAE2F4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142742-1B0F-90B8-FC0B-DA3B4A8BF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44D442-50CB-2641-CCE1-0C84525AAF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2026-06-29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CDD1A4-0DCD-D522-6EAC-1746AB083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BB6F69-D0D2-0528-07A1-5A9DD7D4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683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34993-9645-4B94-49FD-52502E3CC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24EB9A-DC45-76B3-D7ED-53B918A9F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943667-C60A-BD32-1928-F30306BD6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B320F7-1452-8615-6FF5-8D4E4B6CD7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C4A711E-1211-05BE-F08C-71B56D5E5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585439-0D55-5C8F-B5C0-17A558044F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2026-06-29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595757D-4E1E-680B-1062-82D55341B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9B35575-B6E2-C6BA-E14F-37AEE90E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37793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F4039-8926-80E8-7B3D-F223199D4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3D65F5-AC78-2996-4E2B-C2FB6679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2026-06-29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B8CD7B-D506-64A2-CA33-E710346B4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23415B-196F-D25E-149C-2B53006B7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342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DD39FEC-C524-9481-F7C3-DC4420F6EA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2026-06-29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E8BE0E7-8DE0-16DB-5E15-C97A66056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6AF6EB-BB13-128E-4636-771F37830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0214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3F9EA-7A7A-B906-29F8-38DDF5A33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07E9A6-45B6-FF86-9612-F8ADE0B01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DAE14C-E7D8-CAB6-4384-FE226308B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836D69-812F-9A7A-9B15-C85BD461B1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2026-06-29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68D72D-7C80-CFA3-DDE0-FE0EA2A82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E293B6-E2CD-A7D3-EC04-420795A23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0400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9B15B-78CD-4758-D6E4-6F66EE22C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0BCA96-7C1D-17D8-C7D3-E15EA094E9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004C5F-259F-DA38-B591-C9022A96E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5120FB-7937-2718-BB10-500B7751A8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2026-06-29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385C34-B8EA-7629-A26C-74F86D63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BCDCAF-3BBB-A921-E916-7BEDEE140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090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ACA25-6F85-34E7-AC1D-2A7C00000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57CED4-CADD-F3C8-0700-D4933F3C3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728C87-649D-52B3-6217-B21D4FBFA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2026-06-29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979AD7-A5AB-7BA0-88A8-ECE193BBD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8119E8-6C6B-8834-590B-9B27C3A33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48768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1BA46-8BE1-136B-C3D6-EBDF15FA45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03222D-150F-9F56-A724-2ADBDFAE1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2608DB-759F-13E1-EF16-0B0A6A0E30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2026-06-29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1AF17E-6D17-0DC5-2A93-58254B547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178FF7-08E9-1E5E-BC57-1B96001B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35574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1">
            <a:extLst>
              <a:ext uri="{FF2B5EF4-FFF2-40B4-BE49-F238E27FC236}">
                <a16:creationId xmlns:a16="http://schemas.microsoft.com/office/drawing/2014/main" id="{81AAA766-B96B-F6A2-7347-0699B023A244}"/>
              </a:ext>
            </a:extLst>
          </p:cNvPr>
          <p:cNvSpPr txBox="1">
            <a:spLocks/>
          </p:cNvSpPr>
          <p:nvPr userDrawn="1"/>
        </p:nvSpPr>
        <p:spPr>
          <a:xfrm>
            <a:off x="11109492" y="6411945"/>
            <a:ext cx="7053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ore-KR"/>
            </a:defPPr>
            <a:lvl1pPr marL="0" algn="r" defTabSz="914400" rtl="0" eaLnBrk="1" latinLnBrk="0" hangingPunct="1">
              <a:defRPr sz="9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F0ACB6-BAE4-3047-AAB9-6F1B085DD44B}" type="slidenum">
              <a:rPr lang="en-US" altLang="ko-Kore-KR" sz="800" b="0" i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/>
              <a:t>‹#›</a:t>
            </a:fld>
            <a:endParaRPr kumimoji="1" lang="ko-Kore-KR" altLang="en-US" sz="800" b="0" i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31ADC88-0954-1442-6C4C-3662FFFBF02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3807" y="91449"/>
            <a:ext cx="1081007" cy="36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669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4CDACA43-36A9-D3BC-6253-0875F00EAC94}"/>
              </a:ext>
            </a:extLst>
          </p:cNvPr>
          <p:cNvSpPr/>
          <p:nvPr/>
        </p:nvSpPr>
        <p:spPr>
          <a:xfrm>
            <a:off x="488950" y="806027"/>
            <a:ext cx="11212271" cy="5331249"/>
          </a:xfrm>
          <a:prstGeom prst="roundRect">
            <a:avLst>
              <a:gd name="adj" fmla="val 2709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1270000" sx="102308" sy="102308" algn="ctr" rotWithShape="0">
              <a:prstClr val="black">
                <a:alpha val="4000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C8244-5027-F700-025D-FAA0B8E7E3F7}"/>
              </a:ext>
            </a:extLst>
          </p:cNvPr>
          <p:cNvSpPr txBox="1"/>
          <p:nvPr/>
        </p:nvSpPr>
        <p:spPr>
          <a:xfrm>
            <a:off x="385854" y="6409364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4F6EF1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챕터명을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F6EF1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입력해 주세요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B99068-881D-4106-7162-64F3CED03112}"/>
              </a:ext>
            </a:extLst>
          </p:cNvPr>
          <p:cNvSpPr txBox="1"/>
          <p:nvPr/>
        </p:nvSpPr>
        <p:spPr>
          <a:xfrm>
            <a:off x="385854" y="141490"/>
            <a:ext cx="2720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제목을 입력해 주세요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62BDEC-D847-3A99-8A5D-8F67223A774B}"/>
              </a:ext>
            </a:extLst>
          </p:cNvPr>
          <p:cNvSpPr txBox="1"/>
          <p:nvPr/>
        </p:nvSpPr>
        <p:spPr>
          <a:xfrm>
            <a:off x="9549508" y="6409364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kumimoji="0" lang="ko-Kore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4874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C90287-42AB-0461-5655-9F102BC72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E73973C9-A81E-29E2-4DCE-E841D9930C89}"/>
              </a:ext>
            </a:extLst>
          </p:cNvPr>
          <p:cNvSpPr/>
          <p:nvPr/>
        </p:nvSpPr>
        <p:spPr>
          <a:xfrm>
            <a:off x="488950" y="731520"/>
            <a:ext cx="5462269" cy="5405756"/>
          </a:xfrm>
          <a:prstGeom prst="roundRect">
            <a:avLst>
              <a:gd name="adj" fmla="val 2709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1270000" sx="102308" sy="102308" algn="ctr" rotWithShape="0">
              <a:prstClr val="black">
                <a:alpha val="4000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2B7AA25A-82C5-8CC9-0218-AD5C71165E9B}"/>
              </a:ext>
            </a:extLst>
          </p:cNvPr>
          <p:cNvSpPr/>
          <p:nvPr/>
        </p:nvSpPr>
        <p:spPr>
          <a:xfrm>
            <a:off x="6240782" y="731520"/>
            <a:ext cx="5462269" cy="5405756"/>
          </a:xfrm>
          <a:prstGeom prst="roundRect">
            <a:avLst>
              <a:gd name="adj" fmla="val 2709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1270000" sx="102308" sy="102308" algn="ctr" rotWithShape="0">
              <a:prstClr val="black">
                <a:alpha val="4000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D657BA-FED6-491F-A4C6-9F4066FEB75C}"/>
              </a:ext>
            </a:extLst>
          </p:cNvPr>
          <p:cNvSpPr txBox="1"/>
          <p:nvPr/>
        </p:nvSpPr>
        <p:spPr>
          <a:xfrm>
            <a:off x="385854" y="6409364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4F6EF1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챕터명을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F6EF1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입력해 주세요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74C494-2987-422C-9B8E-ACB8CD77C0CF}"/>
              </a:ext>
            </a:extLst>
          </p:cNvPr>
          <p:cNvSpPr txBox="1"/>
          <p:nvPr/>
        </p:nvSpPr>
        <p:spPr>
          <a:xfrm>
            <a:off x="385854" y="141490"/>
            <a:ext cx="2720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제목을 입력해 주세요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6FADF8-C5ED-4AA8-96B7-F85FC931358B}"/>
              </a:ext>
            </a:extLst>
          </p:cNvPr>
          <p:cNvSpPr txBox="1"/>
          <p:nvPr/>
        </p:nvSpPr>
        <p:spPr>
          <a:xfrm>
            <a:off x="9549508" y="6409364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kumimoji="0" lang="ko-Kore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6378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</Words>
  <Application>Microsoft Office PowerPoint</Application>
  <PresentationFormat>와이드스크린</PresentationFormat>
  <Paragraphs>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Pretendard</vt:lpstr>
      <vt:lpstr>Pretendard Medium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Matthew Kim</dc:creator>
  <cp:lastModifiedBy>이 돈우</cp:lastModifiedBy>
  <cp:revision>5</cp:revision>
  <dcterms:created xsi:type="dcterms:W3CDTF">2026-05-06T18:11:55Z</dcterms:created>
  <dcterms:modified xsi:type="dcterms:W3CDTF">2026-06-29T02:40:22Z</dcterms:modified>
</cp:coreProperties>
</file>